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950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88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Sets context: Constitution establishes rules; Specify creates the feature spec that follows those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tradeoff: large specs risk model drift; tiny specs can make Spec Kit feel like overkill.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Reinforce: focus on UX and requirements—not how you’ll build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chat command to the repo operations and templated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practical naming tip and why it matters (clean branches, predictable folders).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spec as the foundation for later planning/implementation, and tee up Clarify as the cleanup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10908792" cy="3108960"/>
          </a:xfrm>
          <a:prstGeom prst="roundRect">
            <a:avLst/>
          </a:prstGeom>
          <a:solidFill>
            <a:srgbClr val="0A0F24">
              <a:alpha val="8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88720" y="1508760"/>
            <a:ext cx="9829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Spec-Driven Development: /Specify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188720" y="2514600"/>
            <a:ext cx="9829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high-level feature specs that follow your Constitution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88720" y="3063240"/>
            <a:ext cx="36576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8872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9829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Constitution → Specify workflow context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to use /Specify (scope + best practices)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Writing strong /Specify inputs (what/why, avoid how)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happens under the hood (prompt + automation)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Branching + spec file/folder setup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Reviewing the generated spec + next: Clarify</a:t>
            </a:r>
            <a:endParaRPr lang="en-US" sz="1800" dirty="0"/>
          </a:p>
        </p:txBody>
      </p:sp>
      <p:pic>
        <p:nvPicPr>
          <p:cNvPr id="10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5303520"/>
            <a:ext cx="1920240" cy="1051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“Constitution” to a New Spec (Workflow Context)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08792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Just ran Constitution: updates the shared “Constitution” file with governing principles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 step: create a new high-level spec </a:t>
            </a:r>
            <a:r>
              <a:rPr lang="en-US" sz="200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/specify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Purpose: turn a feature idea into a structured specification the team/agent can build from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58400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57150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 /Specify &lt;high-level outline&gt;</a:t>
            </a:r>
            <a:endParaRPr lang="en-US" sz="1500" dirty="0"/>
          </a:p>
        </p:txBody>
      </p:sp>
      <p:pic>
        <p:nvPicPr>
          <p:cNvPr id="10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6080760"/>
            <a:ext cx="960120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to Use /Specify (Scope + Best Practices)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08792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/Specify to create a high-level spec for: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 new feature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 segment of an application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Practical guidance on scope: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Avoid a “one-shot” full-app spec (risk drift)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Prefer contained, meaningful chunks (not too tiny)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Aim for a middle ground: enough scope to deliver real functionality</a:t>
            </a:r>
            <a:endParaRPr lang="en-US" sz="1900" dirty="0"/>
          </a:p>
        </p:txBody>
      </p:sp>
      <p:pic>
        <p:nvPicPr>
          <p:cNvPr id="8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6080760"/>
            <a:ext cx="960120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320040"/>
            <a:ext cx="10908792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Writing Good /Specify Input (What to Include / Avoid)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08792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Command format: /Specify &lt;high-level outline&gt;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Focus your input on: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What the user experiences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Why the feature exists (user value)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Avoid: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Underlying tech stack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Architecture / implementation details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51560" y="5394960"/>
            <a:ext cx="10058400" cy="100584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54864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(“Do It” goal tracker):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Two columns: Current Goals (days remaining) + Completed Goals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 goals → move to completed or delete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goal → modal (title + end date)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Highlight goals ending within 3 days</a:t>
            </a:r>
            <a:endParaRPr lang="en-US" sz="1200" dirty="0"/>
          </a:p>
        </p:txBody>
      </p:sp>
      <p:pic>
        <p:nvPicPr>
          <p:cNvPr id="10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6080760"/>
            <a:ext cx="960120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320040"/>
            <a:ext cx="10908792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/Specify Does Under the Hood (Prompt + Automation)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08792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Specify prompt treats your arguments as the feature description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performs four core actions: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1) Runs a “create new feature” script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2) Loads a spec template (defines the structure)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3) Writes the generated spec into the new spec file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4) Reports key outputs (branch name, file location, feature number, etc.)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58400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57150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branch name • spec file path • feature number</a:t>
            </a:r>
            <a:endParaRPr lang="en-US" sz="1500" dirty="0"/>
          </a:p>
        </p:txBody>
      </p:sp>
      <p:pic>
        <p:nvPicPr>
          <p:cNvPr id="10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6080760"/>
            <a:ext cx="960120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320040"/>
            <a:ext cx="10908792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Create-New-Feature Script: Branching + File/Folder Setup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08792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Script responsibilities (high level):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Creates and checks out a new feature branch (not working on main)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Creates a feature folder and a spec file inside it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Copies the spec template into the new spec location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Branch naming behavior: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Feature number + first three words of the description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Tip: choose the first three words intentionally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Prints JSON-like values (branch, spec path) for the agent to reuse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58400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57150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branch:  001 initial page setup</a:t>
            </a:r>
            <a:endParaRPr lang="en-US" sz="1500" dirty="0"/>
          </a:p>
        </p:txBody>
      </p:sp>
      <p:pic>
        <p:nvPicPr>
          <p:cNvPr id="10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6080760"/>
            <a:ext cx="960120" cy="5212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_extr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40080" y="320040"/>
            <a:ext cx="10908792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Reviewing the Generated Spec (What You Get + Next Step)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08792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5840" y="1600200"/>
            <a:ext cx="4892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of success: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New branch created (e.g., 001 initial page setup)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New folder under a central spec/ directory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One spec file inside the feature folder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06440" y="1600200"/>
            <a:ext cx="4892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the spec contains: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Metadata (branch, status=draft, original input)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Primary user story (motivation + value)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Acceptance scenarios (Given/When/Then)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Edge cases / open questions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Functional requirements (testable “system must…”)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Key entities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Quality checklists (non-technical, no implementation)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51560" y="5623560"/>
            <a:ext cx="10058400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80160" y="57150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 (optional):  /Clarify  — resolve underspecified areas</a:t>
            </a:r>
            <a:endParaRPr lang="en-US" sz="1500" dirty="0"/>
          </a:p>
        </p:txBody>
      </p:sp>
      <p:pic>
        <p:nvPicPr>
          <p:cNvPr id="11" name="Image 1" descr="/mnt/data/Code-with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6080760"/>
            <a:ext cx="960120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1168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811</Words>
  <Application>Microsoft Office PowerPoint</Application>
  <PresentationFormat>Widescreen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Joel (gametolearn)</cp:lastModifiedBy>
  <cp:revision>4</cp:revision>
  <dcterms:created xsi:type="dcterms:W3CDTF">2025-12-12T20:59:01Z</dcterms:created>
  <dcterms:modified xsi:type="dcterms:W3CDTF">2025-12-12T21:09:57Z</dcterms:modified>
</cp:coreProperties>
</file>